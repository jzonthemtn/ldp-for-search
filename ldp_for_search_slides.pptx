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next part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16's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and now the only place section 11's result appears, so open with it. 480 real WANDS queries in five segments, every user privatizing independently on their own device, no readable query anywhere and no trusted intermediate step. Individual recovery per segment runs 0.020, 0.020, 0.063, 0.070 and 0.030 against chance of 0.014 to 0.031, roughly one to two and a half times chance, which is not usable. Segment identification is 5 of 5, exact. Same data, same epsilon of 1.0, two different questions. Then the plot.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convergence plot and the previous slide.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Part 2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Segments too small? Add users or widen them, and leave epsilon alone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