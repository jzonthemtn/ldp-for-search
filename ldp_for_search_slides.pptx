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Part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Part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to the red line first and stay there. That is the demo from Part 2, with the top hit correct 7 percent of the time against a 5 percent baseline, and the top five 45 against 25. Barely above guessing, which is the confession from the previous slide made visible. Then sweep right to make the second point, that utility only returns as epsilon rises, and by then the attacker is reading the query too. Note the curves rise here where slide 15's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Part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 one in a segment sends a readable query, and the server does the aggregation on noised vectors only. There is no trusted intermediate step. Read the result off the notebook rather than a slide, because both halves matter. Individual recovery per segment runs 0.020, 0.020, 0.063, 0.070 and 0.030 against chance of 0.014 to 0.031, so roughly one to two and a half times chance, which is not usable. Segment identification is 5 of 5, exact. Same data, same epsilon of 1.0,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Measured error tracks theory across four orders of magnitude. The title no longer says this is ordinary statistics, so say it: averaging n independent things shrinks the noise as one over root n, the same reason a poll of four thousand beats one of one thousand. Nothing here is special to privacy. Point at the crossing with the red line, that is the next slide. Spell the crossing out, because it is the one thing on this slide that is not self-evident. The red line is not a distance. It is the mean per-coordinate standard deviation of the index, 0.128, used as a deliberately strict accuracy target. The typical Euclidean distance between two products is about 0.82, so this bar is roughly six times stricter than merely telling products apart. If asked, say conservative, and do not call it a distance.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2,500 is where the measured error crosses the spread of the index, 0.128, on the convergence plot. It is not a constant: error goes as one over epsilon times one over root n, so the threshold scales as one over epsilon squared. At epsilon 0.5 it is 10,000 users, at epsilon 2 it is about 625.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Keeping relevance work alive when you cannot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blocker</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Relevance work is empirical, not theoretical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Then legal reads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a:solidFill>
                  <a:srgbClr val="141B2D"/>
                </a:solidFill>
                <a:latin typeface="Helvetica Neue"/>
              </a:rPr>
              <a:t> is free text a person typed. It can contain anything</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a:solidFill>
                  <a:srgbClr val="141B2D"/>
                </a:solidFill>
                <a:latin typeface="Helvetica Neue"/>
              </a:rPr>
              <a:t> and </a:t>
            </a:r>
            <a:r>
              <a:rPr sz="2200" b="0">
                <a:solidFill>
                  <a:srgbClr val="141B2D"/>
                </a:solidFill>
                <a:latin typeface="Consolas"/>
              </a:rPr>
              <a:t>session_id</a:t>
            </a:r>
            <a:r>
              <a:rPr sz="2400" b="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discover the failure after the fact, if at all</a:t>
            </a:r>
          </a:p>
          <a:p>
            <a:pPr marL="342900" indent="-342900">
              <a:spcAft>
                <a:spcPts val="1400"/>
              </a:spcAft>
            </a:pPr>
            <a:r>
              <a:rPr sz="2100" b="1">
                <a:solidFill>
                  <a:srgbClr val="005EB8"/>
                </a:solidFill>
                <a:latin typeface="Helvetica Neue"/>
              </a:rPr>
              <a:t>-   </a:t>
            </a:r>
            <a:r>
              <a:rPr sz="2100" b="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feels private. It is a vector of floats, not words</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is not private. It is a lossy encoding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mechanism, and how to verify it</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cluster never receives a readable query, so there is nothing to scrub</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55300" y="1417320"/>
            <a:ext cx="7881094"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A biased mechanism would put the peak off the red line. The width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87714" y="1417320"/>
            <a:ext cx="7216267"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category leaks well before the item does. At epsilon 1, neither is recoverable.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At epsilon 1.2, barely better than guessing</a:t>
            </a:r>
          </a:p>
        </p:txBody>
      </p:sp>
      <p:pic>
        <p:nvPicPr>
          <p:cNvPr id="3" name="Picture 2" descr="07_epsilon_tradeoff_toy_index.png"/>
          <p:cNvPicPr>
            <a:picLocks noChangeAspect="1"/>
          </p:cNvPicPr>
          <p:nvPr/>
        </p:nvPicPr>
        <p:blipFill>
          <a:blip r:embed="rId2"/>
          <a:stretch>
            <a:fillRect/>
          </a:stretch>
        </p:blipFill>
        <p:spPr>
          <a:xfrm>
            <a:off x="2192782" y="1417320"/>
            <a:ext cx="7806131"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where the first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Laplace noise is zero-mean</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cancels when you average over many independent users</a:t>
            </a:r>
          </a:p>
          <a:p>
            <a:pPr marL="342900" indent="-342900">
              <a:spcAft>
                <a:spcPts val="1400"/>
              </a:spcAft>
            </a:pPr>
            <a:r>
              <a:rPr sz="2100" b="1">
                <a:solidFill>
                  <a:srgbClr val="005EB8"/>
                </a:solidFill>
                <a:latin typeface="Helvetica Neue"/>
              </a:rPr>
              <a:t>-   </a:t>
            </a:r>
            <a:r>
              <a:rPr sz="2100" b="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trend across ten thousand people is not</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segments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queries from Wayfair's WANDS dataset, grouped into 5 segments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a:solidFill>
                  <a:srgbClr val="5A647A"/>
                </a:solidFill>
                <a:latin typeface="Helvetica Neue"/>
              </a:rPr>
              <a:t>Average the noised queries of </a:t>
            </a:r>
            <a:r>
              <a:rPr sz="1300" b="0">
                <a:solidFill>
                  <a:srgbClr val="5A647A"/>
                </a:solidFill>
                <a:latin typeface="Consolas"/>
              </a:rPr>
              <a:t>n</a:t>
            </a:r>
            <a:r>
              <a:rPr sz="1500" b="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9022" y="1828800"/>
            <a:ext cx="6613651"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Once the green error line drops under the red line, the privacy noise has become smaller than one coordinate's typical spread.</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2,500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6</a:t>
            </a:r>
          </a:p>
          <a:p>
            <a:pPr>
              <a:spcBef>
                <a:spcPts val="1000"/>
              </a:spcBef>
            </a:pPr>
            <a:r>
              <a:rPr sz="4200" b="1">
                <a:solidFill>
                  <a:srgbClr val="FFFFFF"/>
                </a:solidFill>
                <a:latin typeface="Helvetica Neue"/>
              </a:rPr>
              <a:t>Back to OpenSearch, and the limits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On the device, before </a:t>
            </a:r>
            <a:r>
              <a:rPr sz="1900" b="0">
                <a:solidFill>
                  <a:srgbClr val="141B2D"/>
                </a:solidFill>
                <a:latin typeface="Consolas"/>
              </a:rPr>
              <a:t>ubi.js</a:t>
            </a:r>
            <a:r>
              <a:rPr sz="2100" b="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UBI supports this today through </a:t>
            </a:r>
            <a:r>
              <a:rPr sz="1200" b="0">
                <a:solidFill>
                  <a:srgbClr val="5A647A"/>
                </a:solidFill>
                <a:latin typeface="Consolas"/>
              </a:rPr>
              <a:t>query_attributes</a:t>
            </a:r>
            <a:r>
              <a:rPr sz="1400" b="0">
                <a:solidFill>
                  <a:srgbClr val="5A647A"/>
                </a:solidFill>
                <a:latin typeface="Helvetica Neue"/>
              </a:rPr>
              <a:t>, and the RFC will make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Harmless for furniture, maybe not for a medical corpus</a:t>
            </a:r>
          </a:p>
          <a:p>
            <a:pPr marL="342900" indent="-342900">
              <a:spcAft>
                <a:spcPts val="2000"/>
              </a:spcAft>
            </a:pPr>
            <a:r>
              <a:rPr sz="2400" b="1">
                <a:solidFill>
                  <a:srgbClr val="B4311A"/>
                </a:solidFill>
                <a:latin typeface="Helvetica Neue"/>
              </a:rPr>
              <a:t>-   </a:t>
            </a:r>
            <a:r>
              <a:rPr sz="2400" b="0">
                <a:solidFill>
                  <a:srgbClr val="141B2D"/>
                </a:solidFill>
                <a:latin typeface="Helvetica Neue"/>
              </a:rPr>
              <a:t>Epsilon does not transfer between indexes. It depends on coordinate spread</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This protects </a:t>
            </a:r>
            <a:r>
              <a:rPr sz="2200" b="0">
                <a:solidFill>
                  <a:srgbClr val="141B2D"/>
                </a:solidFill>
                <a:latin typeface="Consolas"/>
              </a:rPr>
              <a:t>user_query</a:t>
            </a:r>
            <a:r>
              <a:rPr sz="2400" b="0">
                <a:solidFill>
                  <a:srgbClr val="141B2D"/>
                </a:solidFill>
                <a:latin typeface="Helvetica Neue"/>
              </a:rPr>
              <a:t>, while </a:t>
            </a:r>
            <a:r>
              <a:rPr sz="2200" b="0">
                <a:solidFill>
                  <a:srgbClr val="141B2D"/>
                </a:solidFill>
                <a:latin typeface="Consolas"/>
              </a:rPr>
              <a:t>ubi_events</a:t>
            </a:r>
            <a:r>
              <a:rPr sz="2400" b="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at the source beats scrubbing after the fact</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005EB8"/>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TextBox 3"/>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